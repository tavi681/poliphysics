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handoutMasterIdLst>
    <p:handoutMasterId r:id="rId7"/>
  </p:handoutMasterIdLst>
  <p:sldIdLst>
    <p:sldId id="256" r:id="rId2"/>
    <p:sldId id="329" r:id="rId3"/>
    <p:sldId id="306" r:id="rId4"/>
    <p:sldId id="3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30" autoAdjust="0"/>
    <p:restoredTop sz="96301" autoAdjust="0"/>
  </p:normalViewPr>
  <p:slideViewPr>
    <p:cSldViewPr snapToGrid="0">
      <p:cViewPr varScale="1">
        <p:scale>
          <a:sx n="122" d="100"/>
          <a:sy n="122" d="100"/>
        </p:scale>
        <p:origin x="10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08.10.2026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1CDB50-B4BA-4D46-B4BE-314329FF06FD}" type="datetimeFigureOut">
              <a:rPr lang="ro-RO" smtClean="0"/>
              <a:t>08.10.2026</a:t>
            </a:fld>
            <a:endParaRPr lang="ro-R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o-R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1E2B25-A6D5-422D-9B99-6181579AD4D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5556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2" name="Google Shape;16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88000">
                <a:schemeClr val="accent1">
                  <a:lumMod val="40000"/>
                  <a:lumOff val="6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181155" y="1274808"/>
            <a:ext cx="4717473" cy="384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Spider Webs and Sacrificial Failure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Impact regimes and quasi-static capacity</a:t>
            </a:r>
            <a:endParaRPr lang="en-US" sz="1800" kern="0" dirty="0">
              <a:solidFill>
                <a:srgbClr val="842E7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The Most Beautiful Spider Webs Ever Found in Nature">
            <a:extLst>
              <a:ext uri="{FF2B5EF4-FFF2-40B4-BE49-F238E27FC236}">
                <a16:creationId xmlns:a16="http://schemas.microsoft.com/office/drawing/2014/main" id="{C0728887-A316-2F96-E88D-96D9AC741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09" y="1274808"/>
            <a:ext cx="6901024" cy="45668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 PHYSICAL MODEL</a:t>
            </a:r>
          </a:p>
          <a:p>
            <a:pPr>
              <a:buClr>
                <a:srgbClr val="000000"/>
              </a:buClr>
              <a:defRPr/>
            </a:pPr>
            <a:r>
              <a:rPr lang="en-US" sz="1400" kern="0" dirty="0">
                <a:solidFill>
                  <a:srgbClr val="000000"/>
                </a:solidFill>
                <a:latin typeface="Arial"/>
                <a:cs typeface="Arial"/>
              </a:rPr>
              <a:t>	Single thread and impact regime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 SACRIFICIAL FAILURE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D NUMERICAL METHOD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5" name="Picture 4" descr="Spider web Vectors - Download Free High-Quality Vectors | Magnific  (formerly Freepik)">
            <a:extLst>
              <a:ext uri="{FF2B5EF4-FFF2-40B4-BE49-F238E27FC236}">
                <a16:creationId xmlns:a16="http://schemas.microsoft.com/office/drawing/2014/main" id="{CAFBC2E2-D5FD-D4BC-AB16-6795D5593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988" y="1415797"/>
            <a:ext cx="4699000" cy="46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Spider Webs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3862086" y="3105834"/>
            <a:ext cx="4467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PHYSICAL MODEL</a:t>
            </a:r>
          </a:p>
        </p:txBody>
      </p:sp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889809" y="1300345"/>
            <a:ext cx="97571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Consider a long thread along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, at rest and unstrained, whose point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x=0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 is suddenly given a constant transverse velocity v</a:t>
            </a:r>
            <a:r>
              <a:rPr lang="en-US" sz="2000" kern="0" baseline="-25000" dirty="0">
                <a:solidFill>
                  <a:srgbClr val="000000"/>
                </a:solidFill>
                <a:cs typeface="Arial"/>
                <a:sym typeface="Arial"/>
              </a:rPr>
              <a:t>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.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0D917B-91E4-14D8-E5AA-4515C35C5E01}"/>
                  </a:ext>
                </a:extLst>
              </p:cNvPr>
              <p:cNvSpPr txBox="1"/>
              <p:nvPr/>
            </p:nvSpPr>
            <p:spPr>
              <a:xfrm>
                <a:off x="1307007" y="2799820"/>
                <a:ext cx="4938467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 ⟹ 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0D917B-91E4-14D8-E5AA-4515C35C5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007" y="2799820"/>
                <a:ext cx="4938467" cy="818366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13AB31-E055-052F-292E-2FA4559B247D}"/>
                  </a:ext>
                </a:extLst>
              </p:cNvPr>
              <p:cNvSpPr txBox="1"/>
              <p:nvPr/>
            </p:nvSpPr>
            <p:spPr>
              <a:xfrm>
                <a:off x="8195143" y="2799820"/>
                <a:ext cx="1713418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13AB31-E055-052F-292E-2FA4559B2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143" y="2799820"/>
                <a:ext cx="1713418" cy="818366"/>
              </a:xfrm>
              <a:prstGeom prst="rect">
                <a:avLst/>
              </a:prstGeom>
              <a:blipFill>
                <a:blip r:embed="rId4"/>
                <a:stretch>
                  <a:fillRect l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6A158E-2A3A-22EC-1370-A2C122BF3560}"/>
                  </a:ext>
                </a:extLst>
              </p:cNvPr>
              <p:cNvSpPr txBox="1"/>
              <p:nvPr/>
            </p:nvSpPr>
            <p:spPr>
              <a:xfrm>
                <a:off x="2992522" y="4454372"/>
                <a:ext cx="6206956" cy="58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e>
                          </m:ra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D6A158E-2A3A-22EC-1370-A2C122BF3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22" y="4454372"/>
                <a:ext cx="6206956" cy="584584"/>
              </a:xfrm>
              <a:prstGeom prst="rect">
                <a:avLst/>
              </a:prstGeom>
              <a:blipFill>
                <a:blip r:embed="rId5"/>
                <a:stretch>
                  <a:fillRect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84281</TotalTime>
  <Words>94</Words>
  <Application>Microsoft Macintosh PowerPoint</Application>
  <PresentationFormat>Widescreen</PresentationFormat>
  <Paragraphs>23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Cambria Math</vt:lpstr>
      <vt:lpstr>1_Office Theme</vt:lpstr>
      <vt:lpstr>PowerPoint Presentation</vt:lpstr>
      <vt:lpstr>Agenda</vt:lpstr>
      <vt:lpstr>Spider Webs</vt:lpstr>
      <vt:lpstr>Impact waves in single thread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14</cp:revision>
  <dcterms:created xsi:type="dcterms:W3CDTF">2024-01-29T10:19:11Z</dcterms:created>
  <dcterms:modified xsi:type="dcterms:W3CDTF">2026-10-08T16:36:10Z</dcterms:modified>
</cp:coreProperties>
</file>