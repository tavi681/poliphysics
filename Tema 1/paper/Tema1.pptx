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handoutMasterIdLst>
    <p:handoutMasterId r:id="rId7"/>
  </p:handoutMasterIdLst>
  <p:sldIdLst>
    <p:sldId id="256" r:id="rId2"/>
    <p:sldId id="329" r:id="rId3"/>
    <p:sldId id="306" r:id="rId4"/>
    <p:sldId id="33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F2175"/>
    <a:srgbClr val="F8EEEF"/>
    <a:srgbClr val="1CA497"/>
    <a:srgbClr val="F8A0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9BAE7D-2473-B849-81CD-13C40C9EC794}" v="70" dt="2026-07-27T21:46:24.4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217" autoAdjust="0"/>
    <p:restoredTop sz="96302" autoAdjust="0"/>
  </p:normalViewPr>
  <p:slideViewPr>
    <p:cSldViewPr snapToGrid="0">
      <p:cViewPr varScale="1">
        <p:scale>
          <a:sx n="127" d="100"/>
          <a:sy n="127" d="100"/>
        </p:scale>
        <p:origin x="200" y="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4" d="100"/>
          <a:sy n="74" d="100"/>
        </p:scale>
        <p:origin x="2964" y="29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C2E86F5-2987-464E-100F-5953944B43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83400E-F3CB-4024-86DC-70180CFF9B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34BBC0-246C-4EDF-BC1F-DD96E1F72B7E}" type="datetimeFigureOut">
              <a:rPr lang="ro-RO" smtClean="0"/>
              <a:t>07.10.2026</a:t>
            </a:fld>
            <a:endParaRPr lang="ro-R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9F9863-B6FC-AC26-2EAF-016896776A1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BB37CA-584D-1085-D07C-29D7B9EF6F7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4DBF4C-D2F6-4906-B66A-55A4CD2836C1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42131720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1CDB50-B4BA-4D46-B4BE-314329FF06FD}" type="datetimeFigureOut">
              <a:rPr lang="ro-RO" smtClean="0"/>
              <a:t>07.10.2026</a:t>
            </a:fld>
            <a:endParaRPr lang="ro-R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o-R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1E2B25-A6D5-422D-9B99-6181579AD4D7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4255564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" name="Google Shape;16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2" name="Google Shape;16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5"/>
          <p:cNvSpPr txBox="1">
            <a:spLocks noGrp="1"/>
          </p:cNvSpPr>
          <p:nvPr>
            <p:ph type="title"/>
          </p:nvPr>
        </p:nvSpPr>
        <p:spPr>
          <a:xfrm>
            <a:off x="820894" y="391295"/>
            <a:ext cx="7648210" cy="63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5"/>
          <p:cNvSpPr txBox="1">
            <a:spLocks noGrp="1"/>
          </p:cNvSpPr>
          <p:nvPr>
            <p:ph type="body" idx="1"/>
          </p:nvPr>
        </p:nvSpPr>
        <p:spPr>
          <a:xfrm>
            <a:off x="838200" y="1440409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December 2023	</a:t>
            </a:r>
            <a:endParaRPr/>
          </a:p>
        </p:txBody>
      </p:sp>
      <p:sp>
        <p:nvSpPr>
          <p:cNvPr id="19" name="Google Shape;19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" name="Rounded Rectangle 11">
            <a:extLst>
              <a:ext uri="{FF2B5EF4-FFF2-40B4-BE49-F238E27FC236}">
                <a16:creationId xmlns:a16="http://schemas.microsoft.com/office/drawing/2014/main" id="{638B3E5C-A52F-4456-5B0C-6E08E3585E2D}"/>
              </a:ext>
            </a:extLst>
          </p:cNvPr>
          <p:cNvSpPr/>
          <p:nvPr userDrawn="1"/>
        </p:nvSpPr>
        <p:spPr>
          <a:xfrm rot="5400000">
            <a:off x="4326695" y="-3131811"/>
            <a:ext cx="636608" cy="7682823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50000"/>
                </a:schemeClr>
              </a:gs>
              <a:gs pos="88000">
                <a:schemeClr val="accent1">
                  <a:lumMod val="60000"/>
                  <a:lumOff val="40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912E7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172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29564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92571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46816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085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08845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17138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8691140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"/>
          <p:cNvSpPr txBox="1"/>
          <p:nvPr/>
        </p:nvSpPr>
        <p:spPr>
          <a:xfrm>
            <a:off x="7269478" y="1851909"/>
            <a:ext cx="4717473" cy="3097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9144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  <a:tabLst/>
              <a:defRPr/>
            </a:pPr>
            <a:r>
              <a:rPr lang="en-US" sz="6000" kern="0" dirty="0">
                <a:solidFill>
                  <a:srgbClr val="842E7B"/>
                </a:solidFill>
                <a:latin typeface="Arial"/>
                <a:ea typeface="Arial"/>
                <a:cs typeface="Arial"/>
                <a:sym typeface="Arial"/>
              </a:rPr>
              <a:t>Electrostatic Ballooning of Spiders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CA471F-9696-A752-7DC8-4F7C657E5438}"/>
              </a:ext>
            </a:extLst>
          </p:cNvPr>
          <p:cNvSpPr/>
          <p:nvPr/>
        </p:nvSpPr>
        <p:spPr>
          <a:xfrm>
            <a:off x="0" y="0"/>
            <a:ext cx="9153939" cy="15057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F28FDB-F4FE-07B1-4680-A946F16E9DC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7869" y="322547"/>
            <a:ext cx="3059082" cy="1018698"/>
          </a:xfrm>
          <a:prstGeom prst="rect">
            <a:avLst/>
          </a:prstGeom>
        </p:spPr>
      </p:pic>
      <p:pic>
        <p:nvPicPr>
          <p:cNvPr id="11" name="Picture 10" descr="Spider Testing the Wind with Ballooning Silk - Steve Creek Wildlife  Photography">
            <a:extLst>
              <a:ext uri="{FF2B5EF4-FFF2-40B4-BE49-F238E27FC236}">
                <a16:creationId xmlns:a16="http://schemas.microsoft.com/office/drawing/2014/main" id="{0583273E-2321-549E-8D3D-CD82E65D26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7191909" cy="48006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4ABAA74-1264-F352-D962-640090A31A5C}"/>
              </a:ext>
            </a:extLst>
          </p:cNvPr>
          <p:cNvSpPr txBox="1"/>
          <p:nvPr/>
        </p:nvSpPr>
        <p:spPr>
          <a:xfrm>
            <a:off x="7503274" y="5459968"/>
            <a:ext cx="43953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  <a:tabLst/>
              <a:defRPr/>
            </a:pPr>
            <a:r>
              <a:rPr lang="en-US" kern="0" dirty="0">
                <a:solidFill>
                  <a:srgbClr val="842E7B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1800" kern="0" dirty="0">
                <a:solidFill>
                  <a:srgbClr val="842E7B"/>
                </a:solidFill>
                <a:latin typeface="Arial"/>
                <a:ea typeface="Arial"/>
                <a:cs typeface="Arial"/>
                <a:sym typeface="Arial"/>
              </a:rPr>
              <a:t>nalytical limits and take-off probability</a:t>
            </a:r>
          </a:p>
        </p:txBody>
      </p:sp>
      <p:pic>
        <p:nvPicPr>
          <p:cNvPr id="14" name="Picture 13" descr="Spider 'Ballooning' Flight With Silk Caught on Video | National Geographic">
            <a:extLst>
              <a:ext uri="{FF2B5EF4-FFF2-40B4-BE49-F238E27FC236}">
                <a16:creationId xmlns:a16="http://schemas.microsoft.com/office/drawing/2014/main" id="{343F480E-F9FF-9A85-D438-AFAF0999DD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4800600"/>
            <a:ext cx="7191909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Agenda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31722-4350-0342-392E-0EB50DECD210}"/>
              </a:ext>
            </a:extLst>
          </p:cNvPr>
          <p:cNvSpPr txBox="1"/>
          <p:nvPr/>
        </p:nvSpPr>
        <p:spPr>
          <a:xfrm>
            <a:off x="1174981" y="1288360"/>
            <a:ext cx="5046830" cy="473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A   PHYSICAL MODEL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latin typeface="Arial"/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B   NEAR SURFACE TURBULENCE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latin typeface="Arial"/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C   ANALITICAL SOLUTION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latin typeface="Arial"/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sz="2000" b="1" dirty="0">
                <a:solidFill>
                  <a:schemeClr val="accent5">
                    <a:lumMod val="50000"/>
                  </a:schemeClr>
                </a:solidFill>
              </a:rPr>
              <a:t>D   NUMERICAL METHOD</a:t>
            </a:r>
          </a:p>
          <a:p>
            <a:pPr>
              <a:buClr>
                <a:srgbClr val="000000"/>
              </a:buClr>
              <a:defRPr/>
            </a:pPr>
            <a:r>
              <a:rPr lang="en-US" sz="2400" kern="0" dirty="0">
                <a:solidFill>
                  <a:srgbClr val="000000"/>
                </a:solidFill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sz="2000" b="1" dirty="0">
                <a:solidFill>
                  <a:schemeClr val="accent5">
                    <a:lumMod val="50000"/>
                  </a:schemeClr>
                </a:solidFill>
              </a:rPr>
              <a:t>E   RESULTS</a:t>
            </a:r>
          </a:p>
          <a:p>
            <a:pPr>
              <a:buClr>
                <a:srgbClr val="000000"/>
              </a:buClr>
              <a:defRPr/>
            </a:pPr>
            <a:r>
              <a:rPr lang="en-US" sz="2400" kern="0" dirty="0">
                <a:solidFill>
                  <a:srgbClr val="000000"/>
                </a:solidFill>
                <a:cs typeface="Arial"/>
              </a:rPr>
              <a:t>…</a:t>
            </a: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pic>
        <p:nvPicPr>
          <p:cNvPr id="2" name="Picture 1" descr="Bug Eric: Ballooning Spiders">
            <a:extLst>
              <a:ext uri="{FF2B5EF4-FFF2-40B4-BE49-F238E27FC236}">
                <a16:creationId xmlns:a16="http://schemas.microsoft.com/office/drawing/2014/main" id="{BFAB1EAE-1E77-1250-0EC3-13624C149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5905" y="1288360"/>
            <a:ext cx="3857625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02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Ballooning of Spiders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31722-4350-0342-392E-0EB50DECD210}"/>
              </a:ext>
            </a:extLst>
          </p:cNvPr>
          <p:cNvSpPr txBox="1"/>
          <p:nvPr/>
        </p:nvSpPr>
        <p:spPr>
          <a:xfrm>
            <a:off x="4144651" y="3180303"/>
            <a:ext cx="3612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Physical Model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E103B0-0EF3-4C4D-553F-486C8D50679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5487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Physical Model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31722-4350-0342-392E-0EB50DECD210}"/>
              </a:ext>
            </a:extLst>
          </p:cNvPr>
          <p:cNvSpPr txBox="1"/>
          <p:nvPr/>
        </p:nvSpPr>
        <p:spPr>
          <a:xfrm>
            <a:off x="889810" y="1300345"/>
            <a:ext cx="83881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US" sz="2000" kern="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Some text here </a:t>
            </a:r>
            <a:r>
              <a:rPr lang="en-US" sz="2000" kern="0" dirty="0">
                <a:solidFill>
                  <a:schemeClr val="accent5">
                    <a:lumMod val="75000"/>
                  </a:schemeClr>
                </a:solidFill>
                <a:latin typeface="Arial"/>
                <a:cs typeface="Arial"/>
                <a:sym typeface="Arial"/>
              </a:rPr>
              <a:t>…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	</a:t>
            </a:r>
            <a:endParaRPr kumimoji="0" lang="ro-RO" sz="2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019BF7-235C-64CA-8107-6BFBA4BCAD0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5EABDB-53B3-BBA9-DD2E-A404912D0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8582" y="2473701"/>
            <a:ext cx="7772400" cy="3083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927454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85485</TotalTime>
  <Words>43</Words>
  <Application>Microsoft Macintosh PowerPoint</Application>
  <PresentationFormat>Widescreen</PresentationFormat>
  <Paragraphs>22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1_Office Theme</vt:lpstr>
      <vt:lpstr>PowerPoint Presentation</vt:lpstr>
      <vt:lpstr>Agenda</vt:lpstr>
      <vt:lpstr>Ballooning of Spiders</vt:lpstr>
      <vt:lpstr>Physical Model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Qualify Market Potential (I)</dc:title>
  <dc:creator>Octavian Radu</dc:creator>
  <cp:lastModifiedBy>Octavian Radu</cp:lastModifiedBy>
  <cp:revision>13</cp:revision>
  <dcterms:created xsi:type="dcterms:W3CDTF">2024-01-29T10:19:11Z</dcterms:created>
  <dcterms:modified xsi:type="dcterms:W3CDTF">2026-10-08T16:23:52Z</dcterms:modified>
</cp:coreProperties>
</file>